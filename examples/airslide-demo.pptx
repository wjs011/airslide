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itle"/>
          <p:cNvSpPr txBox="1"/>
          <p:nvPr/>
        </p:nvSpPr>
        <p:spPr>
          <a:xfrm>
            <a:off x="820000" y="900000"/>
            <a:ext cx="105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4200" b="1">
                <a:solidFill>
                  <a:srgbClr val="0f172a"/>
                </a:solidFill>
              </a:rPr>
              <a:t>AirSlide 演示样例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980000" y="2200000"/>
            <a:ext cx="9600000" cy="2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400">
                <a:solidFill>
                  <a:srgbClr val="334155"/>
                </a:solidFill>
              </a:rPr>
              <a:t>1. 上传后可测试网页内置放映
2. 使用按钮、快捷键、语音或手势翻页
3. 适合验证控制接口是否打通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9200000" y="610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400">
                <a:solidFill>
                  <a:srgbClr val="64748b"/>
                </a:solidFill>
              </a:rPr>
              <a:t>第 1 页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itle"/>
          <p:cNvSpPr txBox="1"/>
          <p:nvPr/>
        </p:nvSpPr>
        <p:spPr>
          <a:xfrm>
            <a:off x="820000" y="900000"/>
            <a:ext cx="105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4200" b="1">
                <a:solidFill>
                  <a:srgbClr val="0f172a"/>
                </a:solidFill>
              </a:rPr>
              <a:t>语音控制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980000" y="2200000"/>
            <a:ext cx="9600000" cy="2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400">
                <a:solidFill>
                  <a:srgbClr val="334155"/>
                </a:solidFill>
              </a:rPr>
              <a:t>1. 说“下一页”或“上一页”测试离线 Vosk 识别
2. 说“第一页”“最后一页”测试跳转
3. 说“结束演示”进入确认流程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9200000" y="610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400">
                <a:solidFill>
                  <a:srgbClr val="64748b"/>
                </a:solidFill>
              </a:rPr>
              <a:t>第 2 页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itle"/>
          <p:cNvSpPr txBox="1"/>
          <p:nvPr/>
        </p:nvSpPr>
        <p:spPr>
          <a:xfrm>
            <a:off x="820000" y="900000"/>
            <a:ext cx="105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4200" b="1">
                <a:solidFill>
                  <a:srgbClr val="0f172a"/>
                </a:solidFill>
              </a:rPr>
              <a:t>手势控制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980000" y="2200000"/>
            <a:ext cx="9600000" cy="2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400">
                <a:solidFill>
                  <a:srgbClr val="334155"/>
                </a:solidFill>
              </a:rPr>
              <a:t>1. 开启摄像头后伸出食指和中指
2. 保持 1 秒进入翻页模式
3. 向右挥动下一页，向左挥动上一页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9200000" y="610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400">
                <a:solidFill>
                  <a:srgbClr val="64748b"/>
                </a:solidFill>
              </a:rPr>
              <a:t>第 3 页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" name="Title"/>
          <p:cNvSpPr txBox="1"/>
          <p:nvPr/>
        </p:nvSpPr>
        <p:spPr>
          <a:xfrm>
            <a:off x="820000" y="900000"/>
            <a:ext cx="105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4200" b="1">
                <a:solidFill>
                  <a:srgbClr val="0f172a"/>
                </a:solidFill>
              </a:rPr>
              <a:t>外部 PowerPoint 控制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980000" y="2200000"/>
            <a:ext cx="9600000" cy="2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400">
                <a:solidFill>
                  <a:srgbClr val="334155"/>
                </a:solidFill>
              </a:rPr>
              <a:t>1. 在设置中开启外部控制
2. macOS 需要给终端/Python 辅助功能权限
3. 放映窗口保持前台后可同步控制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9200000" y="610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400">
                <a:solidFill>
                  <a:srgbClr val="64748b"/>
                </a:solidFill>
              </a:rPr>
              <a:t>第 4 页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 txBox="1"/>
          <p:nvPr/>
        </p:nvSpPr>
        <p:spPr>
          <a:xfrm>
            <a:off x="820000" y="900000"/>
            <a:ext cx="105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4200" b="1">
                <a:solidFill>
                  <a:srgbClr val="0f172a"/>
                </a:solidFill>
              </a:rPr>
              <a:t>结束页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980000" y="2200000"/>
            <a:ext cx="9600000" cy="2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400">
                <a:solidFill>
                  <a:srgbClr val="334155"/>
                </a:solidFill>
              </a:rPr>
              <a:t>1. AirSlide 测试完成
2. 现在可以继续上传真实课件
3. 建议使用 .pptx 格式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9200000" y="610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400">
                <a:solidFill>
                  <a:srgbClr val="64748b"/>
                </a:solidFill>
              </a:rPr>
              <a:t>第 5 页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Slide">
  <a:themeElements>
    <a:clrScheme name="AirSlid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c2410c"/>
      </a:accent4>
      <a:accent5>
        <a:srgbClr val="334155"/>
      </a:accent5>
      <a:accent6>
        <a:srgbClr val="64748b"/>
      </a:accent6>
      <a:hlink>
        <a:srgbClr val="2563eb"/>
      </a:hlink>
      <a:folHlink>
        <a:srgbClr val="7c3aed"/>
      </a:folHlink>
    </a:clrScheme>
    <a:fontScheme name="AirSlid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AirSlide">
      <a:fillStyleLst/>
      <a:lnStyleLst/>
      <a:effectStyleLst/>
      <a:bgFillStyleLst/>
    </a:fmtScheme>
  </a:themeElements>
</a:theme>
</file>